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0221-E7A6-5E43-85F7-D37B767C6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AB399-60AA-5C8F-5B7F-B3079FFCD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8A7C5-08AC-4D10-42DC-D591BEFFA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17DD-055F-4580-9C10-B989F3A0914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FCECF-F112-B394-57CB-36F475A3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DF8B4-68EE-CC74-A447-5260412AC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7D70-5204-4D30-84C9-5F36A0E2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49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93366-E023-0A9B-658A-489A53E2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D547D-3A14-392B-0C0A-79E47B561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9E34A-F1BB-FC45-45F2-89E0A51D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17DD-055F-4580-9C10-B989F3A0914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CC63D-7D26-2296-BA5A-8D17E46A3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174E4-AA22-7EB4-ABC8-8F20C247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7D70-5204-4D30-84C9-5F36A0E2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965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A5F03-1B68-E031-738A-8FF190B18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7F714-8379-21FE-73C0-319D7ACC0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DFE85-B9A3-235B-7EFF-99BADD4BE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17DD-055F-4580-9C10-B989F3A0914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630DD-98D9-80DD-EEC9-66D47AB84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8F26F-D1B0-D136-DD89-C3C10B27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7D70-5204-4D30-84C9-5F36A0E2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54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5F5FB-545C-21C0-1DD4-4AE43D75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BB02A-DE40-352F-EC0D-F2EB12C5CB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4A94E-0E17-473F-6A40-38AC0C2FE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6735E-38B7-EF65-DE2D-C70674C57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17DD-055F-4580-9C10-B989F3A0914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09307-E31B-60C5-00D9-74E92881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AE0BF-D173-9CCC-1F60-4ADD01D5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7D70-5204-4D30-84C9-5F36A0E2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14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7818-FEBD-157D-5410-9D99691CB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17B48-A500-41E0-0C25-4B357AA9F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F239F0-6DD7-1C25-5A46-50276D9AF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C58C99-99E9-6D77-FDE2-2E0461CEB7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394B3-8C7C-9F7F-D64C-A2ACCDFFE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685D77-F7C1-6E95-AB10-EE6537814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17DD-055F-4580-9C10-B989F3A0914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7DE39D-6E39-3683-0B8B-6F99943B6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862548-B87E-C918-C7F9-2F6141B0F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7D70-5204-4D30-84C9-5F36A0E2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206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A291-6BDA-D18F-007E-2CA0268B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1B4C1-2015-E186-254C-21788B47F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17DD-055F-4580-9C10-B989F3A0914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4A1901-D7E6-0EC1-C3E4-2B032FC28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52F31-59BE-5154-1D83-381CC3148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7D70-5204-4D30-84C9-5F36A0E2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334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6C5201-DDDE-ED68-6AEA-156F207F7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17DD-055F-4580-9C10-B989F3A0914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8C094-FEFB-B209-A893-9468ABEA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9A802-870A-79B7-1634-E885174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7D70-5204-4D30-84C9-5F36A0E2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66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BCDB-4EB2-BAC0-B139-880653EE5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0BA3A-2198-A59C-2984-7F7BA0D70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E4100-52F9-9B3E-AEF3-43E603385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5312E-5975-6D33-87D9-D22F8DE1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17DD-055F-4580-9C10-B989F3A0914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5486D-E630-9A0E-7558-3B7F5CC49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96C85-D143-083C-E209-920DE0BA6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7D70-5204-4D30-84C9-5F36A0E2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90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F18CB-B923-A8E2-CDFA-0FA3D2D1D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7EC40D-8F38-204C-4C99-0751A47C08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4B2F9-BD77-8447-720F-53E00672C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A84AF-A994-5BB2-5C38-ABA7C288E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17DD-055F-4580-9C10-B989F3A0914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425BC-36D6-7FC7-E842-6D7BC2D01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B72CC-537F-3F04-B8B6-17EC5B97B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7D70-5204-4D30-84C9-5F36A0E2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037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4304F-ED91-CC81-9313-456C96CFB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D5FE0-318B-4B30-1A1A-83E9D768A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6447F-9F59-37CE-656F-9B51C43BC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17DD-055F-4580-9C10-B989F3A0914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E5330-F3FE-36EB-75A2-A1B91464B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4E6BF-5271-36AE-8974-0D4B9EA44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7D70-5204-4D30-84C9-5F36A0E2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237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9DF906-D5DE-8A17-7035-DF4C691D7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321F6-B7A5-2497-C37D-49C99C83F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9F8B9-AE55-58BB-9EFC-68A3BE287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17DD-055F-4580-9C10-B989F3A0914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D94BC-9C69-4F5D-2509-CC2AA7142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74C48-2794-1D9C-FDA6-6587632B3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87D70-5204-4D30-84C9-5F36A0E2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158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E4AF5C-04C8-90E6-B5F4-E9E1D3E04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0D3A-DBC9-6A0C-AA71-6989C0D9D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032C8-150F-CF2F-8B39-996E48E4A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117DD-055F-4580-9C10-B989F3A0914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52B2C-1E62-D82A-5311-6D7A08B92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5DDD9-3BEA-0388-F448-B12885619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87D70-5204-4D30-84C9-5F36A0E2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441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58A987-45E8-F461-284F-E781903A2872}"/>
              </a:ext>
            </a:extLst>
          </p:cNvPr>
          <p:cNvSpPr txBox="1"/>
          <p:nvPr/>
        </p:nvSpPr>
        <p:spPr>
          <a:xfrm>
            <a:off x="698091" y="2644878"/>
            <a:ext cx="10009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Figma link:</a:t>
            </a:r>
          </a:p>
          <a:p>
            <a:endParaRPr lang="en-IN" dirty="0"/>
          </a:p>
          <a:p>
            <a:r>
              <a:rPr lang="en-IN" dirty="0"/>
              <a:t>https://www.figma.com/design/9jZDRB4le2Tc2N8pb2Rz83/Job-Portal-Figma-Template--Community-?node-id=0-1&amp;t=1g8eKig2tLT0O9Ho-1</a:t>
            </a:r>
          </a:p>
        </p:txBody>
      </p:sp>
    </p:spTree>
    <p:extLst>
      <p:ext uri="{BB962C8B-B14F-4D97-AF65-F5344CB8AC3E}">
        <p14:creationId xmlns:p14="http://schemas.microsoft.com/office/powerpoint/2010/main" val="827450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komala kumar</dc:creator>
  <cp:lastModifiedBy>komala kumar</cp:lastModifiedBy>
  <cp:revision>1</cp:revision>
  <dcterms:created xsi:type="dcterms:W3CDTF">2025-11-02T07:25:24Z</dcterms:created>
  <dcterms:modified xsi:type="dcterms:W3CDTF">2025-11-02T07:26:17Z</dcterms:modified>
</cp:coreProperties>
</file>